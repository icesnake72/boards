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1168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Spring Security 요약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8FC9A8"/>
                </a:solidFill>
              </a:rPr>
              <a:t>인증과 인가, 필터 체인, 표준 메커니즘 한눈에</a:t>
            </a:r>
          </a:p>
          <a:p>
            <a:pPr>
              <a:spcBef>
                <a:spcPts val="2600"/>
              </a:spcBef>
            </a:pPr>
            <a:r>
              <a:rPr sz="1500">
                <a:solidFill>
                  <a:srgbClr val="B9CFD8"/>
                </a:solidFill>
              </a:rPr>
              <a:t>강의용 Spring Boot 게시판 코드로 보는 핵심 개념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Spring Security란?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B2B2B"/>
                </a:solidFill>
              </a:rPr>
              <a:t>Spring 기반 애플리케이션의 보안(인증·인가)을 담당하는 표준 프레임워크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• 직접 구현하면 빠지기 쉬운 보안 허점을 검증된 방식으로 처리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• 서블릿 필터 체인으로 동작 — 요청이 컨트롤러에 닿기 전에 가로채 처리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• 표준 확장점 제공: UserDetailsService, PasswordEncoder, 인가 규칙, 예외 핸들러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</a:rPr>
              <a:t>• OAuth2, JWT, 메서드 보안 등 다양한 방식과 자연스럽게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1206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핵심 두 단어: 인증(Authentication) = 너 누구냐  /  인가(Authorization) = 그걸 할 권한 있냐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두 기둥 — 인증(Authentication) vs 인가(Authorization)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5778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인증 (Authentication)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5577840" cy="3794760"/>
          </a:xfrm>
          <a:prstGeom prst="rect">
            <a:avLst/>
          </a:prstGeom>
          <a:solidFill>
            <a:srgbClr val="EEF1F6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2E6DB4"/>
                </a:solidFill>
              </a:rPr>
              <a:t>"너 누구냐?"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신원을 증명하는 단계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username/password 검증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B2B2B"/>
                </a:solidFill>
              </a:rPr>
              <a:t>• 토큰(JWT) 검증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</a:rPr>
              <a:t>결과: Authentication 객체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→ SecurityContext에 저장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280160"/>
            <a:ext cx="5577840" cy="502920"/>
          </a:xfrm>
          <a:prstGeom prst="rect">
            <a:avLst/>
          </a:prstGeom>
          <a:solidFill>
            <a:srgbClr val="B0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인가 (Authorization)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83080"/>
            <a:ext cx="5577840" cy="3794760"/>
          </a:xfrm>
          <a:prstGeom prst="rect">
            <a:avLst/>
          </a:prstGeom>
          <a:solidFill>
            <a:srgbClr val="FAF1E3"/>
          </a:solidFill>
          <a:ln>
            <a:solidFill>
              <a:srgbClr val="B06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B06A1B"/>
                </a:solidFill>
              </a:rPr>
              <a:t>"그걸 할 권한 있냐?"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접근을 허용/차단하는 단계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역할(Role): hasRole("ADMIN")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B2B2B"/>
                </a:solidFill>
              </a:rPr>
              <a:t>• 권한(Authority), 소유권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</a:rPr>
              <a:t>결과: 허용 또는 거부(403)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→ 인증이 된 뒤에 판단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064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순서: 인증이 먼저(누군지 안다) → 인가가 나중(권한을 본다). 미인증은 401, 권한부족은 403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FC9A8"/>
                </a:solidFill>
              </a:rPr>
              <a:t>Part 1</a:t>
            </a:r>
          </a:p>
          <a:p>
            <a:r>
              <a:rPr sz="3800" b="1">
                <a:solidFill>
                  <a:srgbClr val="FFFFFF"/>
                </a:solidFill>
              </a:rPr>
              <a:t>아키텍처 — 필터 체인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B9CFD8"/>
                </a:solidFill>
              </a:rPr>
              <a:t>Spring Security는 하나의 서블릿 필터 안에서 동작한다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전체 구조 — FilterChainProxy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234440"/>
            <a:ext cx="9601200" cy="457200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[ 서블릿 컨테이너(Tomcat) ]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  모든 요청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FilterChainProxy   ← Spring Security = 단 하나의 서블릿 필터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┌──────────────────────────────────────┐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Security Filter Chain (내부 필터들)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 SecurityContextHolderFilter 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 HeaderWriterFilter           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 (커스텀) JwtAuthenticationFilter      │  ← 인증 정보 채움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 ExceptionTranslationFilter           │  ← 401/403 변환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│   AuthorizationFilter                  │  ← 인가 판단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└──────────────────────────────────────┘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  통과한 요청만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DispatcherServlet →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Security 전체가 서블릿 필터 1개(FilterChainProxy). 그 안에서 보안 필터들이 순서대로 실행된다.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개념 지도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88135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373"/>
                <a:gridCol w="7452986"/>
              </a:tblGrid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개념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SecurityContextHolder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현재 요청의 보안 정보를 담는 보관소 (ThreadLocal)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SecurityContext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Authentication을 들고 있는 컨테이너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Authentication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인증 결과 — 누가(principal) + 권한(authorities) + 인증여부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Principal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인증된 주체 — 보통 UserDetails 구현체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GrantedAuthority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권한 한 조각 — 예: ROLE_ADMIN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UserDetails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Spring이 이해하는 사용자 정보 어댑터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UserDetailsService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username으로 사용자를 불러오는 표준 진입점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PasswordEncoder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비밀번호 해시/검증 (BCrypt)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AuthenticationManager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인증을 수행하는 표준 매니저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FC9A8"/>
                </a:solidFill>
              </a:rPr>
              <a:t>Part 2</a:t>
            </a:r>
          </a:p>
          <a:p>
            <a:r>
              <a:rPr sz="3800" b="1">
                <a:solidFill>
                  <a:srgbClr val="FFFFFF"/>
                </a:solidFill>
              </a:rPr>
              <a:t>인증 메커니즘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B9CFD8"/>
                </a:solidFill>
              </a:rPr>
              <a:t>AuthenticationManager → UserDetailsService → UserDetails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표준 인증 흐름 (로그인)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66960" cy="420624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AuthenticationManager.authenticate(username, password)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AuthenticationProvider  (DaoAuthenticationProvider — 자동 구성)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├─▶ UserDetailsService.loadUserByUsername(username)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        └─ DB 조회 → UserDetails 반환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└─▶ PasswordEncoder.matches(입력 pw, 저장된 해시)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성공: Authentication 생성 → SecurityContext에 저장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실패: AuthenticationException (→ 401)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우리는 UserDetailsService와 PasswordEncoder만 제공하면, Provider와 Manager는 Spring이 엮어준다.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UserDetails / UserDetailsService — 표준 진입점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0292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UserDetails (어댑터)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5577840" cy="3611880"/>
          </a:xfrm>
          <a:prstGeom prst="rect">
            <a:avLst/>
          </a:prstGeom>
          <a:solidFill>
            <a:srgbClr val="ECF3EE"/>
          </a:solidFill>
          <a:ln>
            <a:solidFill>
              <a:srgbClr val="2F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B2B2B"/>
                </a:solidFill>
              </a:rPr>
              <a:t>우리 User 엔티티를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B2B2B"/>
                </a:solidFill>
              </a:rPr>
              <a:t>Spring이 이해하는 형태로 감싼다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getUsername()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getPassword()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getAuthorities() → ROLE_*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</a:rPr>
              <a:t>isEnabled() 등 상태 플래그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0292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UserDetailsService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691640"/>
            <a:ext cx="5577840" cy="3611880"/>
          </a:xfrm>
          <a:prstGeom prst="rect">
            <a:avLst/>
          </a:prstGeom>
          <a:solidFill>
            <a:srgbClr val="ECF3EE"/>
          </a:solidFill>
          <a:ln>
            <a:solidFill>
              <a:srgbClr val="2F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B2B2B"/>
                </a:solidFill>
              </a:rPr>
              <a:t>username으로 사용자를 로딩하는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B2B2B"/>
                </a:solidFill>
              </a:rPr>
              <a:t>단 하나의 표준 메서드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loadUserByUsername(username)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로그인(AuthenticationManager)과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매 요청(JWT 필터)이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F6F4E"/>
                </a:solidFill>
              </a:rPr>
              <a:t>모두 이 한 곳을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hasRole("ADMIN")은 내부적으로 ROLE_ADMIN 권한을 찾는다 → authority는 "ROLE_" + 역할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PasswordEncoder — 비밀번호는 절대 평문 저장 금지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B2B2B"/>
                </a:solidFill>
              </a:rPr>
              <a:t>BCrypt: 단방향 해시 + salt 자동 포함 (저장의 사실상 표준)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9966960" cy="219456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// 저장 (회원가입)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String hash = passwordEncoder.encode(rawPassword);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// → $2a$10$N5P... (단방향, 되돌릴 수 없음)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// 검증 (로그인)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boolean ok = passwordEncoder.matches(rawPassword, hash);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DB가 유출돼도 원문 비밀번호는 알 수 없다. 같은 비밀번호도 salt 때문에 해시가 매번 달라진다.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FC9A8"/>
                </a:solidFill>
              </a:rPr>
              <a:t>Part 3</a:t>
            </a:r>
          </a:p>
          <a:p>
            <a:r>
              <a:rPr sz="3800" b="1">
                <a:solidFill>
                  <a:srgbClr val="FFFFFF"/>
                </a:solidFill>
              </a:rPr>
              <a:t>인가 &amp; 예외 처리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B9CFD8"/>
                </a:solidFill>
              </a:rPr>
              <a:t>선언적 권한 검사와 401/403 응답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인가 — 선언적 권한 검사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201168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http.authorizeHttpRequests(auth -&gt; auth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.requestMatchers(GET, "/api/v1/boards/**").permitAll()      // 공개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.requestMatchers("/api/v1/profiles/me").authenticated()     // 로그인 필요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.requestMatchers(POST, "/api/v1/boards").hasRole("ADMIN")   // 관리자만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.anyRequest().authenticated());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5661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860"/>
                <a:gridCol w="75565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permitAll()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누구나 허용 (공개 API)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authenticated()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인증된 사용자만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hasRole("ADMIN")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ROLE_ADMIN 권한 보유자만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@PreAuthorize("...")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메서드 단위 선언적 인가 (메서드 보안)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규칙은 위에서부터 먼저 맞는 것이 적용된다 — 좁은 규칙(/me)을 넓은 규칙(/*)보다 먼저 선언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보안 예외 처리 — 401 vs 403</a:t>
            </a:r>
          </a:p>
          <a:p>
            <a:r>
              <a:rPr sz="1300">
                <a:solidFill>
                  <a:srgbClr val="B9CFD8"/>
                </a:solidFill>
              </a:rPr>
              <a:t>필터 단계의 거절은 전용 핸들러가 응답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0"/>
                <a:gridCol w="4533900"/>
                <a:gridCol w="1813560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처리 주체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미인증으로 보호 자원 접근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AuthenticationEntryPoint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401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인증은 됐지만 권한 부족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AccessDeniedHandler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403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00400"/>
            <a:ext cx="110944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이 둘은 ExceptionTranslationFilter가 호출하는 콜백 — 컨트롤러 도달 전 단계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</a:rPr>
              <a:t>@RestControllerAdvice(GlobalExceptionHandler)는 컨트롤러까지 온 예외만 처리하므로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B2A4A"/>
                </a:solidFill>
              </a:rPr>
              <a:t>필터에서 막힌 401/403은 여기서 못 잡는다 → EntryPoint/Handler가 필요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응답 형식은 통일: 둘 다 우리 ErrorResponse JSON({code, message, timestamp})으로 응답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FC9A8"/>
                </a:solidFill>
              </a:rPr>
              <a:t>Part 4</a:t>
            </a:r>
          </a:p>
          <a:p>
            <a:r>
              <a:rPr sz="3800" b="1">
                <a:solidFill>
                  <a:srgbClr val="FFFFFF"/>
                </a:solidFill>
              </a:rPr>
              <a:t>이 프로젝트에 적용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B9CFD8"/>
                </a:solidFill>
              </a:rPr>
              <a:t>강의용 게시판의 표준 보안 구성 (단계 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표준 개념 → 이 프로젝트 클래스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5420"/>
                <a:gridCol w="7068820"/>
              </a:tblGrid>
              <a:tr h="508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Spring Security 개념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이 프로젝트 구현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UserDetails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CustomUserDetails (User 어댑터, getId/authorities)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UserDetailsService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CustomUserDetailsService (loadUserByUsername)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AuthenticationManager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SecurityConfig 빈 (DaoAuthenticationProvider 자동)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커스텀 인증 필터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JwtAuthenticationFilter (토큰 → SecurityContext)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인가 규칙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SecurityConfig.authorizeHttpRequests (hasRole)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현재 사용자 주입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@AuthenticationPrincipal CustomUserDetails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401 / 403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RestAuthenticationEntryPoint / RestAccessDeniedHandler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PasswordEncoder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2B2B"/>
                          </a:solidFill>
                        </a:rPr>
                        <a:t>BCryptPasswordEncoder 빈</a:t>
                      </a:r>
                    </a:p>
                  </a:txBody>
                  <a:tcPr marL="73152" marR="54864" marT="18288" marB="18288" anchor="ctr">
                    <a:solidFill>
                      <a:srgbClr val="EC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요청 한 건의 여정 (보호 API)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420624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POST /api/v1/boards   Authorization: Bearer eyJ...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① JwtAuthenticationFilter   토큰 검증 → loadUserByUsername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                → SecurityContext에 Authentication 저장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② AuthorizationFilter       hasRole("ADMIN")?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                  USER면 → AccessDeniedHandler → 403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                  ADMIN이면 통과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③ DispatcherServlet         컨트롤러로 디스패치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④ @AuthenticationPrincipal  SecurityContext의 principal 주입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⑤ Controller                userDetails.getId()로 비즈니스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인증(①) → 인가(②) → 주입(④) → 처리(⑤). 미인증이면 ①에서 채워지지 않아 ②가 401(EntryPoint).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0D88A"/>
                </a:solidFill>
                <a:latin typeface="Courier New"/>
              </a:rPr>
              <a:t>Spring Security = 인증(누구냐) + 인가(권한있냐)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606672"/>
                </a:solidFill>
                <a:latin typeface="Courier New"/>
              </a:rPr>
              <a:t>─────────────────────────────────────────────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동작:   하나의 서블릿 필터(FilterChainProxy) 안의 필터 체인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인증:   AuthenticationManager → UserDetailsService → UserDetails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        + PasswordEncoder(BCrypt) → SecurityContext에 저장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인가:   authorizeHttpRequests / hasRole / @PreAuthorize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주입:   @AuthenticationPrincipal 로 현재 사용자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예외:   401 EntryPoint / 403 AccessDeniedHandler (필터 단계)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FE0C2"/>
                </a:solidFill>
                <a:latin typeface="Courier New"/>
              </a:rPr>
              <a:t>기억: 인증이 먼저, 인가가 나중. 미인증=401, 권한부족=403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FC9A8"/>
                </a:solidFill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FFFFFF"/>
                </a:solidFill>
              </a:rPr>
              <a:t>Spring Security는 인증과 인가를 필터 체인으로 표준화한다.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B9CFD8"/>
                </a:solidFill>
              </a:rPr>
              <a:t>UserDetailsService·PasswordEncoder만 제공하면 나머지는 프레임워크가 엮는다.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B9CFD8"/>
                </a:solidFill>
              </a:rPr>
              <a:t>직접 구현으로 원리를 이해한 뒤 표준을 쓰면, 보이지 않던 동작이 보인다.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