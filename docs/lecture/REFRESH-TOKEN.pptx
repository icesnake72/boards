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00600"/>
            <a:ext cx="12191695" cy="201168"/>
          </a:xfrm>
          <a:prstGeom prst="rect">
            <a:avLst/>
          </a:prstGeom>
          <a:solidFill>
            <a:srgbClr val="8A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Refresh Token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9FC0E8"/>
                </a:solidFill>
              </a:rPr>
              <a:t>Access/Refresh 분리와 DB 저장 — 단계 4</a:t>
            </a:r>
          </a:p>
          <a:p>
            <a:pPr>
              <a:spcBef>
                <a:spcPts val="2600"/>
              </a:spcBef>
            </a:pPr>
            <a:r>
              <a:rPr sz="1500">
                <a:solidFill>
                  <a:srgbClr val="B9CFD8"/>
                </a:solidFill>
              </a:rPr>
              <a:t>강의용 Spring Boot 게시판 · stateless access + stateful refresh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문제 — access token 하나의 딜레마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>
                <a:solidFill>
                  <a:srgbClr val="2B2B2B"/>
                </a:solidFill>
              </a:rPr>
              <a:t>access token(JWT)은 stateless라 좋지만, 수명 설정이 곤란하다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</a:rPr>
              <a:t>• 짧게 두면 → 1시간마다 만료 → 자꾸 재로그인 (편의 나쁨)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B2B2B"/>
                </a:solidFill>
              </a:rPr>
              <a:t>• 길게 두면 → 탈취 시 오래 유효, 강제 무효화 어려움 (보안 나쁨)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B2A4A"/>
                </a:solidFill>
              </a:rPr>
              <a:t>짧은 수명(보안)과 긴 로그인 유지(편의)를 동시에 원한다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B03A2E"/>
                </a:solidFill>
              </a:rPr>
              <a:t>→ 토큰 하나로는 불가능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해법 — 역할이 다른 두 토큰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5577840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access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5577840" cy="3520440"/>
          </a:xfrm>
          <a:prstGeom prst="rect">
            <a:avLst/>
          </a:prstGeom>
          <a:solidFill>
            <a:srgbClr val="EAF1FA"/>
          </a:solidFill>
          <a:ln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2E6DB4"/>
                </a:solidFill>
              </a:rPr>
              <a:t>매 요청 인증용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• 수명 짧게 (1시간)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• JWT (서명, stateless)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• 서버에 저장 안 함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• 매 API의 Bearer 헤더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9632" y="1234440"/>
            <a:ext cx="5577840" cy="502920"/>
          </a:xfrm>
          <a:prstGeom prst="rect">
            <a:avLst/>
          </a:prstGeom>
          <a:solidFill>
            <a:srgbClr val="8A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refresh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737360"/>
            <a:ext cx="5577840" cy="3520440"/>
          </a:xfrm>
          <a:prstGeom prst="rect">
            <a:avLst/>
          </a:prstGeom>
          <a:solidFill>
            <a:srgbClr val="FAF1E6"/>
          </a:solidFill>
          <a:ln>
            <a:solidFill>
              <a:srgbClr val="8A4E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8A4E16"/>
                </a:solidFill>
              </a:rPr>
              <a:t>access 재발급에만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• 수명 길게 (14일)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• opaque UUID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• 서버 DB에 저장 (stateful)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</a:rPr>
              <a:t>• 재발급 때만 노출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로그인 → access(1h)+refresh(14d) 발급. access 만료되면 refresh로 /reissue → 새 access (14일 반복)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왜 refresh token을 DB에 저장하나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696"/>
                <a:gridCol w="7979664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능력</a:t>
                      </a:r>
                    </a:p>
                  </a:txBody>
                  <a:tcPr marL="73152" marR="54864" marT="18288" marB="18288" anchor="ctr">
                    <a:solidFill>
                      <a:srgbClr val="8A4E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설명</a:t>
                      </a:r>
                    </a:p>
                  </a:txBody>
                  <a:tcPr marL="73152" marR="54864" marT="18288" marB="18288" anchor="ctr">
                    <a:solidFill>
                      <a:srgbClr val="8A4E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검증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제시한 refresh가 '내가 발급한 것'인지 DB 조회로 확인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만료 확인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expiresAt 비교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취소(revoke)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로그아웃·보안 사고 시 DB에서 지우면 즉시 무효화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840480"/>
            <a:ext cx="1109441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</a:rPr>
              <a:t>단계 3까지 로그아웃은 무의미했다 (stateless라 서버에 지울 게 없음)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refresh를 DB에 두면서 로그아웃이 '진짜 무효화'가 됐다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access는 stateless(서명만으로 검증), refresh만 stateful(DB 저장) — 이 비대칭이 하이브리드의 핵심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RefreshToken 엔티티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0515600" cy="310896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128016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@Entity @Table(name = "refresh_tokens")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public class RefreshToken extends BaseTimeEntity {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@Id @GeneratedValue(IDENTITY) Long id;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@Column(nullable=false, unique=true) Long userId;    // 사용자당 하나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@Column(nullable=false, unique=true) String token;   // UUID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@Column(nullable=false) LocalDateTime expiresAt;     // 14일 뒤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void update(token, expiresAt) {...}   // 로그인 시 교체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boolean isExpired() { return expiresAt.isBefore(now); }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평문 UUID 저장은 강의 단순화. 운영에선 해시 저장 권장(DB 유출 시 원문 노출 방지)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흐름 — 로그인 / 재발급 / 로그아웃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10515600" cy="393192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128016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[로그인]  authenticate → access(JWT) + refresh(UUID) 발급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  refresh를 DB 저장 (사용자당 하나, 있으면 교체)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  → { accessToken, refreshToken }  (단계 4: 본문)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[재발급]  POST /reissue {refreshToken}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  DB 조회 → 없음? 401 INVALID / 만료? 삭제+401 EXPIRED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  유효 → 새 access token만 (refresh 회전 X)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[로그아웃] POST /logout {refreshToken}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  DB에서 삭제 (idempotent) → 진짜 무효화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핵심 요약 한 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84048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128016"/>
          <a:lstStyle/>
          <a:p>
            <a:pPr algn="ctr"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access token   JWT, 1시간, stateless, 매 요청 인증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refresh token  UUID, 14일, DB 저장(stateful), 재발급에만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로그인:   access + refresh 발급, refresh는 DB 저장(사용자당 하나)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재발급:   /reissue + refresh → 새 access만 (회전 X)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로그아웃:  DB에서 refresh 삭제 → 진짜 무효화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DB 저장 이유: 검증 · 만료확인 · 취소(revoke)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단계 4는 본문 전달 → 단계 5에서 httpOnly 쿠키로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다음(단계 5): refresh를 본문에 두면 localStorage→XSS 위험 → httpOnly 쿠키로 숨긴다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FC0E8"/>
                </a:solidFill>
              </a:rPr>
              <a:t>정리</a:t>
            </a:r>
          </a:p>
          <a:p>
            <a:pPr>
              <a:spcBef>
                <a:spcPts val="1400"/>
              </a:spcBef>
            </a:pPr>
            <a:r>
              <a:rPr sz="2600" b="1">
                <a:solidFill>
                  <a:srgbClr val="FFFFFF"/>
                </a:solidFill>
              </a:rPr>
              <a:t>토큰 하나로 못 푸는 문제를 역할이 다른 두 토큰으로 푼다.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B9CFD8"/>
                </a:solidFill>
              </a:rPr>
              <a:t>access는 stateless로 가볍게, refresh는 DB에 두어 통제한다.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