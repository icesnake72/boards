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00600"/>
            <a:ext cx="12191695" cy="201168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httpOnly 쿠키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9FC0E8"/>
                </a:solidFill>
              </a:rPr>
              <a:t>Refresh Token 안전한 전달 — 단계 5</a:t>
            </a:r>
          </a:p>
          <a:p>
            <a:pPr>
              <a:spcBef>
                <a:spcPts val="2600"/>
              </a:spcBef>
            </a:pPr>
            <a:r>
              <a:rPr sz="1500">
                <a:solidFill>
                  <a:srgbClr val="B9CFD8"/>
                </a:solidFill>
              </a:rPr>
              <a:t>본문 전달의 XSS 약점을 쿠키로 막는다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단계 4의 약점 — 본문 전달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219456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// 단계 4 로그인 응답 (본문에 refresh)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{ "accessToken": "...", "refreshToken": "9558855b-...", ... 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// 클라이언트가 직접 저장 → 흔히 localStorage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localStorage.getItem('refreshToken')   // ❌ XSS가 그대로 읽어감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274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</a:rPr>
              <a:t>XSS 한 방에 14일짜리 고가치 토큰(access를 찍어냄)이 통째로 탈취된다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A4A"/>
                </a:solidFill>
              </a:rPr>
              <a:t>가장 강하게 보호해야 할 토큰을 가장 취약하게 두는 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해법 — httpOnly 쿠키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Set-Cookie: refreshToken=...; HttpOnly; Secure; SameSite=Strict; Path=/api/v1/auth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0312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/>
                <a:gridCol w="4145280"/>
                <a:gridCol w="388620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속성</a:t>
                      </a:r>
                    </a:p>
                  </a:txBody>
                  <a:tcPr marL="73152" marR="54864" marT="18288" marB="18288" anchor="ctr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54864" marT="18288" marB="18288" anchor="ctr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효과</a:t>
                      </a:r>
                    </a:p>
                  </a:txBody>
                  <a:tcPr marL="73152" marR="54864" marT="18288" marB="18288" anchor="ctr">
                    <a:solidFill>
                      <a:srgbClr val="2F6F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HttpOnly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JS가 document.cookie로 못 읽음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XSS 탈취 차단 (핵심)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Secure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HTTPS에서만 전송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도청 방지 (로컬 false/운영 true)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SameSite=Strict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크로스 사이트 요청에 미동봉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CSRF 면 축소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Path=/api/v1/auth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이 경로 하위에만 전송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노출 면적 최소화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JS가 못 읽으니 XSS가 나도 못 가져간다. 브라우저가 자동 동봉하므로 클라 코드가 토큰을 다룰 필요도 없다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비대칭 설계 — access는 본문, refresh는 쿠키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5577840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access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5577840" cy="3429000"/>
          </a:xfrm>
          <a:prstGeom prst="rect">
            <a:avLst/>
          </a:prstGeom>
          <a:solidFill>
            <a:srgbClr val="EAF1FA"/>
          </a:solidFill>
          <a:ln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전달: 응답 본문(JSON)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보관: 메모리(JS 변수)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B2B2B"/>
                </a:solidFill>
              </a:rPr>
              <a:t>사용: 매 API의 Bearer 헤더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</a:rPr>
              <a:t>JS가 헤더를 만들려면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</a:rPr>
              <a:t>토큰을 읽을 수 있어야 함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E6DB4"/>
                </a:solidFill>
              </a:rPr>
              <a:t>→ 본문/메모리 (짧아서 OK)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280160"/>
            <a:ext cx="5577840" cy="50292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refresh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783080"/>
            <a:ext cx="5577840" cy="3429000"/>
          </a:xfrm>
          <a:prstGeom prst="rect">
            <a:avLst/>
          </a:prstGeom>
          <a:solidFill>
            <a:srgbClr val="E3F2EA"/>
          </a:solidFill>
          <a:ln>
            <a:solidFill>
              <a:srgbClr val="2F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전달: httpOnly 쿠키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보관: 브라우저가 관리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B2B2B"/>
                </a:solidFill>
              </a:rPr>
              <a:t>사용: reissue/logout 자동 동봉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</a:rPr>
              <a:t>JS가 만질 일이 없으니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</a:rPr>
              <a:t>httpOnly 쿠키에 숨긴다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F6F4E"/>
                </a:solidFill>
              </a:rPr>
              <a:t>→ XSS로도 못 읽음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코드 — 쿠키 만들기 / 읽기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577840" cy="50292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만들기 — ResponseCookie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5577840" cy="3611880"/>
          </a:xfrm>
          <a:prstGeom prst="rect">
            <a:avLst/>
          </a:prstGeom>
          <a:solidFill>
            <a:srgbClr val="242933"/>
          </a:solidFill>
          <a:ln>
            <a:solidFill>
              <a:srgbClr val="2F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ResponseCookie.from(name, token)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.httpOnly(true)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.secure(secure)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.sameSite("Strict")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.path("/api/v1/auth")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.maxAge(14d).build();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8AC8A8"/>
                </a:solidFill>
                <a:latin typeface="Courier New"/>
              </a:rPr>
              <a:t>// 로그인: Set-Cookie로 적재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188720"/>
            <a:ext cx="5577840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읽기 — @CookieValue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691640"/>
            <a:ext cx="5577840" cy="3611880"/>
          </a:xfrm>
          <a:prstGeom prst="rect">
            <a:avLst/>
          </a:prstGeom>
          <a:solidFill>
            <a:srgbClr val="242933"/>
          </a:solidFill>
          <a:ln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@PostMapping("/reissue")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reissue(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@CookieValue("refreshToken")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String refreshToken)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if (refreshToken == null)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  throw 401;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8AB0D8"/>
                </a:solidFill>
                <a:latin typeface="Courier New"/>
              </a:rPr>
              <a:t>// 브라우저가 쿠키 자동 동봉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TokenPair: 토큰 '생성'은 Service, '전달 매체'(본문 vs 쿠키)는 Controller — 관심사 분리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단계 4 → 5: 무엇이 본문→쿠키로 바뀌었나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155"/>
                <a:gridCol w="3859618"/>
                <a:gridCol w="5403466"/>
              </a:tblGrid>
              <a:tr h="685800">
                <a:tc>
                  <a:txBody>
                    <a:bodyPr/>
                    <a:lstStyle/>
                    <a:p/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단계 4 (본문)</a:t>
                      </a:r>
                    </a:p>
                  </a:txBody>
                  <a:tcPr marL="73152" marR="54864" marT="18288" marB="18288" anchor="ctr">
                    <a:solidFill>
                      <a:srgbClr val="8A4E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단계 5 (httpOnly 쿠키)</a:t>
                      </a:r>
                    </a:p>
                  </a:txBody>
                  <a:tcPr marL="73152" marR="54864" marT="18288" marB="18288" anchor="ctr">
                    <a:solidFill>
                      <a:srgbClr val="2F6F4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login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본문에 access+refresh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본문엔 access만, refresh는 Set-Cookie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reissue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본문 {refreshToken} 수신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@CookieValue로 쿠키에서 읽음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logout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본문 refresh 받아 DB 삭제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쿠키로 읽어 DB 삭제 + 쿠키 maxAge=0 만료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457200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클라이언트는 reissue/logout을 호출만 하면 된다 — 브라우저가 쿠키를 자동으로 보낸다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핵심 요약 한 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84048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단계 4 약점: refresh 본문 → localStorage 보관 → XSS 위험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단계 5 해법: refresh httpOnly 쿠키 → JS 못 읽음 → XSS 차단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쿠키:  HttpOnly(접근 차단) Secure(HTTPS) SameSite(CSRF) Path(면적)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비대칭:  access  = 본문(메모리, Bearer 헤더)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         refresh = httpOnly 쿠키(브라우저 자동 동봉)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코드:  ResponseCookie(쓰기) / @CookieValue(읽기)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       TokenPair — 생성은 Service, 전달은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운영 배포 시 APP_REFRESH_COOKIE_SECURE=true 필수 (로컬은 HTTP라 false)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FC0E8"/>
                </a:solidFill>
              </a:rPr>
              <a:t>정리</a:t>
            </a:r>
          </a:p>
          <a:p>
            <a:pPr>
              <a:spcBef>
                <a:spcPts val="1400"/>
              </a:spcBef>
            </a:pPr>
            <a:r>
              <a:rPr sz="2600" b="1">
                <a:solidFill>
                  <a:srgbClr val="FFFFFF"/>
                </a:solidFill>
              </a:rPr>
              <a:t>가장 보호해야 할 토큰을 JS가 못 읽는 곳에 숨긴다.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B9CFD8"/>
                </a:solidFill>
              </a:rPr>
              <a:t>access는 본문(메모리), refresh는 httpOnly 쿠키 — 비대칭이 안전을 만든다.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