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1168"/>
          </a:xfrm>
          <a:prstGeom prst="rect">
            <a:avLst/>
          </a:prstGeom>
          <a:solidFill>
            <a:srgbClr val="7A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메서드 보안 (Method Security)</a:t>
            </a:r>
          </a:p>
          <a:p>
            <a:pPr>
              <a:spcBef>
                <a:spcPts val="1400"/>
              </a:spcBef>
            </a:pPr>
            <a:r>
              <a:rPr sz="2200">
                <a:solidFill>
                  <a:srgbClr val="C6A8D8"/>
                </a:solidFill>
              </a:rPr>
              <a:t>@PreAuthorize와 자원 소유권 인가 — 단계 6</a:t>
            </a:r>
          </a:p>
          <a:p>
            <a:pPr>
              <a:spcBef>
                <a:spcPts val="2600"/>
              </a:spcBef>
            </a:pPr>
            <a:r>
              <a:rPr sz="1500">
                <a:solidFill>
                  <a:srgbClr val="B9CFD8"/>
                </a:solidFill>
              </a:rPr>
              <a:t>URL 규칙으로 못 하는 '작성자만'을 메서드에 선언한다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왜 메서드 보안인가 — URL 규칙의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B2B2B"/>
                </a:solidFill>
              </a:rPr>
              <a:t>URL 인가는 경로·메서드·역할로만 판단한다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예: PUT /posts/5 — 이 요청만 보고 "5번 글의 작성자가 너냐?"를 알 수 있나?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B03A2E"/>
                </a:solidFill>
              </a:rPr>
              <a:t>→ 불가능. 작성자 여부는 DB의 데이터(글의 user_id)를 봐야 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291840"/>
          <a:ext cx="1088135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9"/>
                <a:gridCol w="3069101"/>
                <a:gridCol w="4185138"/>
              </a:tblGrid>
              <a:tr h="5181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인가 종류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URL 규칙으로?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어디서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역할 (ADMIN인가?)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가능 (hasRole)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요청만으로 판단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자원 소유권 (작성자인가?)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불가능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B2B2B"/>
                          </a:solidFill>
                        </a:rPr>
                        <a:t>DB 데이터 필요 → 메서드 보안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단계 5까지 소유권 검사는 서비스 코드에 수동으로 있었다 → 단계 6에서 메서드 어노테이션으로 이동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활성화 — @EnableMethodSecurity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173736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@Configuration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@EnableWebSecurity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@EnableMethodSecurity      // ← 단계 6 추가 (@PreAuthorize 사용 가능)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9ECF2"/>
                </a:solidFill>
                <a:latin typeface="Courier New"/>
              </a:rPr>
              <a:t>public class SecurityConfig { ...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10944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B2B2B"/>
                </a:solidFill>
              </a:rPr>
              <a:t>동작 원리 = AOP 프록시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</a:rPr>
              <a:t>@PreAuthorize가 붙은 빈 메서드 호출을 가로채,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B2B2B"/>
                </a:solidFill>
              </a:rPr>
              <a:t>메서드 실행 '전에' 표현식(SpEL)을 평가한다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</a:rPr>
              <a:t>→ 통과하면 메서드 실행, 거부하면 AccessDeniedException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역할 기반 — Board를 메서드로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5577840" cy="502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Before (단계 5, URL 레벨)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5577840" cy="3611880"/>
          </a:xfrm>
          <a:prstGeom prst="rect">
            <a:avLst/>
          </a:prstGeom>
          <a:solidFill>
            <a:srgbClr val="242933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9A0AC"/>
                </a:solidFill>
                <a:latin typeface="Courier New"/>
              </a:rPr>
              <a:t>// SecurityConfig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.requestMatchers(POST,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 "/api/v1/boards")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 .hasRole("ADMIN")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.requestMatchers(PUT,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 "/boards/*").hasRole(..)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.requestMatchers(DELETE,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   "/boards/*").hasRole(..)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9632" y="1234440"/>
            <a:ext cx="5577840" cy="50292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After (단계 6, 메서드 레벨)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737360"/>
            <a:ext cx="5577840" cy="3611880"/>
          </a:xfrm>
          <a:prstGeom prst="rect">
            <a:avLst/>
          </a:prstGeom>
          <a:solidFill>
            <a:srgbClr val="242933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8AB0D8"/>
                </a:solidFill>
                <a:latin typeface="Courier New"/>
              </a:rPr>
              <a:t>// BoardController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@PreAuthorize("hasRole('ADMIN')")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@PostMapping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public ... create(...) {}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@PreAuthorize("hasRole('ADMIN')")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E9ECF2"/>
                </a:solidFill>
                <a:latin typeface="Courier New"/>
              </a:rPr>
              <a:t>@PutMapping("/{id}") ...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8AB0D8"/>
                </a:solidFill>
                <a:latin typeface="Courier New"/>
              </a:rPr>
              <a:t>// SecurityConfig엔 공개 GET +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8AB0D8"/>
                </a:solidFill>
                <a:latin typeface="Courier New"/>
              </a:rPr>
              <a:t>// anyRequest().authenticated()만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동작은 동일: 비로그인 401 / USER 403 / ADMIN 201. 바뀐 건 '인가 규칙이 어디 적히나'뿐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자원 소유권 — 커스텀 보안 빈 (핵심)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411480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@Component("postSecurity")     // SpEL에서 @postSecurity 로 참조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public class PostSecurity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public boolean isAuthor(Long postId, CustomUserDetails user)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Long authorId = postRepository.findAuthorIdById(postId)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    .orElseThrow(() -&gt; new NotFoundException(POST_NOT_FOUND));  // 없으면 404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  return authorId.equals(user.getId());   // 작성자면 true, 아니면 false → 403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// PostController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@PreAuthorize("@postSecurity.isAuthor(#id, authentication.principal)")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@PutMapping("/posts/{id}")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public PostResponse update(@PathVariable Long id, @RequestBody ... req) {...}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@postSecurity=빈 이름 / #id=경로 변수 / authentication.principal=CustomUserDetails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거부는 어디서 잡히나 — 중요한 함정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237744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URL 인가 거부 (authorizeHttpRequests)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→ AuthorizationFilter(필터)에서 거부 → RestAccessDeniedHandler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@PreAuthorize 거부 (메서드 보안)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→ 컨트롤러 진입 시 AccessDeniedException 발생 (AOP 지점)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→ 필터를 이미 통과한 뒤라 필터 핸들러로는 못 잡음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→ @RestControllerAdvice(GlobalExceptionHandler)가 잡아야 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840480"/>
            <a:ext cx="10881360" cy="155448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@ExceptionHandler(AccessDeniedException.class)   // ← 추가 필수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public ResponseEntity&lt;ErrorResponse&gt; handleAccessDenied(...)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  return ResponseEntity.status(403).body(ErrorResponse.of(ACCESS_DENIED));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9ECF2"/>
                </a:solidFill>
                <a:latin typeface="Courier New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035040"/>
            <a:ext cx="11094415" cy="566928"/>
          </a:xfrm>
          <a:prstGeom prst="rect">
            <a:avLst/>
          </a:prstGeom>
          <a:solidFill>
            <a:srgbClr val="FBF3DD"/>
          </a:solidFill>
          <a:ln>
            <a:solidFill>
              <a:srgbClr val="C88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400" b="1">
                <a:solidFill>
                  <a:srgbClr val="7A520A"/>
                </a:solidFill>
              </a:rPr>
              <a:t>이 핸들러를 빠뜨리면 403이어야 할 게 500이 된다 — Spring Security 6.x의 흔한 함정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동작 변경 — 단계 5 →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683"/>
                <a:gridCol w="3971778"/>
                <a:gridCol w="3971778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단계 5</a:t>
                      </a:r>
                    </a:p>
                  </a:txBody>
                  <a:tcPr marL="73152" marR="54864" marT="18288" marB="18288" anchor="ctr"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단계 6</a:t>
                      </a:r>
                    </a:p>
                  </a:txBody>
                  <a:tcPr marL="73152" marR="54864" marT="18288" marB="18288" anchor="ctr">
                    <a:solidFill>
                      <a:srgbClr val="7A3E8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타인이 글 수정/삭제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403 POST_ACCESS_DENIED</a:t>
                      </a:r>
                    </a:p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(서비스 수동)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403 ACCESS_DENIED</a:t>
                      </a:r>
                    </a:p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(메서드 보안 일원화)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없는 글 수정/삭제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404 POST_NOT_FOUND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404 POST_NOT_FOUND (보존)</a:t>
                      </a:r>
                    </a:p>
                  </a:txBody>
                  <a:tcPr marL="73152" marR="54864" marT="18288" marB="18288" anchor="ctr">
                    <a:solidFill>
                      <a:srgbClr val="ECF1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USER가 board 생성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403 ACCESS_DENIED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B2B2B"/>
                          </a:solidFill>
                        </a:rPr>
                        <a:t>403 ACCESS_DENIED (동일)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110944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403 일원화: 메서드 보안 거부는 모두 AccessDeniedException → ACCESS_DENIED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B2B2B"/>
                </a:solidFill>
              </a:rPr>
              <a:t>404 보존 트릭: @PreAuthorize는 메서드 전에 평가되므로, PostSecurity가 글을 조회해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</a:rPr>
              <a:t>  없으면 NotFoundException을 던져 404를 지킨다 (인가보다 존재 확인을 먼저)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핵심 요약 한 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0515600" cy="4572000"/>
          </a:xfrm>
          <a:prstGeom prst="rect">
            <a:avLst/>
          </a:prstGeom>
          <a:solidFill>
            <a:srgbClr val="24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tIns="128016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요청 → [Security Filter] 인증 채움 + URL 규칙(공개GET/authenticated)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│ 비로그인 → 401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[컨트롤러 진입 시 @PreAuthorize 평가]   ← 단계 6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├ Board: hasRole('ADMIN')           USER → 403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└ Post : @postSecurity.isAuthor()   타인 → 403 / 없으면 404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      ▼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     [Controller → Service]  순수 비즈니스 로직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활성화:  @EnableMethodSecurity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역할:    @PreAuthorize("hasRole('ADMIN')")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소유권:  @PreAuthorize("@postSecurity.isAuthor(#id, principal)")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9ECF2"/>
                </a:solidFill>
                <a:latin typeface="Courier New"/>
              </a:rPr>
              <a:t>거부:    AccessDeniedException → GlobalExceptionHandler 핸들러 필수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6A8D8"/>
                </a:solidFill>
              </a:rPr>
              <a:t>정리</a:t>
            </a:r>
          </a:p>
          <a:p>
            <a:pPr>
              <a:spcBef>
                <a:spcPts val="1400"/>
              </a:spcBef>
            </a:pPr>
            <a:r>
              <a:rPr sz="2600" b="1">
                <a:solidFill>
                  <a:srgbClr val="FFFFFF"/>
                </a:solidFill>
              </a:rPr>
              <a:t>URL 규칙은 '경로/역할'까지, 메서드 보안은 '이 자원의 소유자냐'까지.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B9CFD8"/>
                </a:solidFill>
              </a:rPr>
              <a:t>인가를 메서드에 선언하고, 못 하는 부분은 커스텀 빈으로 채운다.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B9CFD8"/>
                </a:solidFill>
              </a:rPr>
              <a:t>단, @PreAuthorize 거부는 MVC 예외 흐름 — AccessDeniedException 핸들러를 잊지 말 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